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1" r:id="rId6"/>
    <p:sldId id="263" r:id="rId7"/>
    <p:sldId id="264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6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image" Target="../media/image4.png"/><Relationship Id="rId3" Type="http://schemas.openxmlformats.org/officeDocument/2006/relationships/tags" Target="../tags/tag4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4" Type="http://schemas.openxmlformats.org/officeDocument/2006/relationships/image" Target="../media/image6.png"/><Relationship Id="rId3" Type="http://schemas.openxmlformats.org/officeDocument/2006/relationships/tags" Target="../tags/tag7.xml"/><Relationship Id="rId2" Type="http://schemas.openxmlformats.org/officeDocument/2006/relationships/image" Target="../media/image5.png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tags" Target="../tags/tag10.xml"/><Relationship Id="rId2" Type="http://schemas.openxmlformats.org/officeDocument/2006/relationships/image" Target="../media/image7.png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tags" Target="../tags/tag13.xml"/><Relationship Id="rId4" Type="http://schemas.openxmlformats.org/officeDocument/2006/relationships/image" Target="../media/image10.png"/><Relationship Id="rId3" Type="http://schemas.openxmlformats.org/officeDocument/2006/relationships/tags" Target="../tags/tag12.xml"/><Relationship Id="rId2" Type="http://schemas.openxmlformats.org/officeDocument/2006/relationships/image" Target="../media/image9.png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15.xml"/><Relationship Id="rId2" Type="http://schemas.openxmlformats.org/officeDocument/2006/relationships/image" Target="../media/image12.png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7350" y="153035"/>
            <a:ext cx="4353560" cy="30549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32650" y="89725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选择</a:t>
            </a:r>
            <a:r>
              <a:rPr lang="en-US" altLang="zh-CN"/>
              <a:t>IQCUploadSystem</a:t>
            </a:r>
            <a:r>
              <a:rPr lang="zh-CN" altLang="en-US"/>
              <a:t>程序，若提示没有权限，请找</a:t>
            </a:r>
            <a:r>
              <a:rPr lang="en-US" altLang="zh-CN"/>
              <a:t>IT</a:t>
            </a:r>
            <a:r>
              <a:rPr lang="zh-CN" altLang="en-US"/>
              <a:t>开通，提供电脑</a:t>
            </a:r>
            <a:r>
              <a:rPr lang="en-US" altLang="zh-CN"/>
              <a:t>IP</a:t>
            </a:r>
            <a:br>
              <a:rPr lang="en-US" altLang="zh-CN"/>
            </a:br>
            <a:r>
              <a:rPr lang="en-US" altLang="zh-CN"/>
              <a:t>1. Select the IQCUploadSystem program. If you receive a permission error, please contact your IT department to activate it and provide your computer's IP address.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7350" y="3438525"/>
            <a:ext cx="4350385" cy="30524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2625" y="128905"/>
            <a:ext cx="5227320" cy="31699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39940" y="12890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输入账号密码后，点击</a:t>
            </a:r>
            <a:r>
              <a:rPr lang="en-US" altLang="zh-CN"/>
              <a:t>Login</a:t>
            </a:r>
            <a:br>
              <a:rPr lang="en-US" altLang="zh-CN"/>
            </a:br>
            <a:r>
              <a:rPr lang="en-US" altLang="zh-CN"/>
              <a:t>2. After entering your username and password, click Login.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2625" y="3506470"/>
            <a:ext cx="5226685" cy="31997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139940" y="35064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点击</a:t>
            </a:r>
            <a:r>
              <a:rPr lang="en-US" altLang="zh-CN"/>
              <a:t>Sensor_emap File Upload</a:t>
            </a:r>
            <a:br>
              <a:rPr lang="en-US" altLang="zh-CN"/>
            </a:br>
            <a:r>
              <a:rPr lang="en-US" altLang="zh-CN"/>
              <a:t>3. Click Sensor_emap File Upload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7650" y="118745"/>
            <a:ext cx="5156835" cy="31572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92925" y="1187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</a:t>
            </a:r>
            <a:r>
              <a:rPr lang="zh-CN" altLang="en-US"/>
              <a:t>点击</a:t>
            </a:r>
            <a:r>
              <a:rPr lang="en-US" altLang="zh-CN"/>
              <a:t>Browse</a:t>
            </a:r>
            <a:br>
              <a:rPr lang="en-US" altLang="zh-CN"/>
            </a:br>
            <a:r>
              <a:rPr lang="en-US" altLang="zh-CN"/>
              <a:t>4. Click Browse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7170" y="3429000"/>
            <a:ext cx="5190490" cy="317690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7019925" y="34290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5.</a:t>
            </a:r>
            <a:r>
              <a:rPr lang="zh-CN"/>
              <a:t>选择要上传的</a:t>
            </a:r>
            <a:r>
              <a:rPr lang="en-US" altLang="zh-CN"/>
              <a:t>Emap</a:t>
            </a:r>
            <a:r>
              <a:rPr lang="zh-CN"/>
              <a:t>文件，点击打开</a:t>
            </a:r>
            <a:br>
              <a:rPr lang="zh-CN"/>
            </a:br>
            <a:r>
              <a:rPr lang="zh-CN"/>
              <a:t>5. Select the Emap file to upload and click Open.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3230" y="72390"/>
            <a:ext cx="5442585" cy="32372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3230" y="3479165"/>
            <a:ext cx="5443220" cy="32372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58025" y="4241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6.</a:t>
            </a:r>
            <a:r>
              <a:rPr lang="zh-CN" altLang="en-US"/>
              <a:t>点击</a:t>
            </a:r>
            <a:r>
              <a:rPr lang="en-US" altLang="zh-CN"/>
              <a:t>Upload</a:t>
            </a:r>
            <a:br>
              <a:rPr lang="en-US" altLang="zh-CN"/>
            </a:br>
            <a:r>
              <a:rPr lang="en-US" altLang="zh-CN"/>
              <a:t>6. Click Upload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058025" y="363410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7.</a:t>
            </a:r>
            <a:r>
              <a:rPr lang="zh-CN" altLang="en-US"/>
              <a:t>等待几十秒，弹出</a:t>
            </a:r>
            <a:r>
              <a:rPr lang="en-US" altLang="zh-CN"/>
              <a:t>Upload Successfully</a:t>
            </a:r>
            <a:r>
              <a:rPr lang="zh-CN" altLang="en-US"/>
              <a:t>就代表上传成功</a:t>
            </a:r>
            <a:br>
              <a:rPr lang="zh-CN" altLang="en-US"/>
            </a:br>
            <a:r>
              <a:rPr lang="zh-CN" altLang="en-US"/>
              <a:t>7. Wait a few tens of seconds, and an "Upload Successfully" pop-up will indicate that the upload was successful.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55015" y="5916295"/>
            <a:ext cx="4526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Webaddress</a:t>
            </a:r>
            <a:r>
              <a:rPr lang="zh-CN" altLang="en-US"/>
              <a:t>：http://10.233.108.150:8080/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8835" y="59162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Path</a:t>
            </a:r>
            <a:r>
              <a:rPr lang="zh-CN" altLang="en-US"/>
              <a:t>：VN SFC Systerm/SEA-Y/Product Data/Mapping 資料總查詢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7195" y="226695"/>
            <a:ext cx="5031740" cy="1825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18835" y="288925"/>
            <a:ext cx="5407660" cy="17633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7515" y="2379345"/>
            <a:ext cx="10784205" cy="2338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39950" y="4786630"/>
            <a:ext cx="4145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点击</a:t>
            </a:r>
            <a:r>
              <a:rPr lang="en-US" altLang="zh-CN"/>
              <a:t>Search</a:t>
            </a:r>
            <a:r>
              <a:rPr lang="zh-CN" altLang="en-US"/>
              <a:t>可以查询已上传记录</a:t>
            </a:r>
            <a:br>
              <a:rPr lang="zh-CN" altLang="en-US"/>
            </a:br>
            <a:r>
              <a:rPr lang="zh-CN" altLang="en-US"/>
              <a:t>Click "Search" to view uploaded records.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2570" y="305435"/>
            <a:ext cx="6166485" cy="31235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68465" y="305435"/>
            <a:ext cx="5135245" cy="3124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COMMONDATA" val="eyJoZGlkIjoiNjIyZTEzZjMxMWI3MWFjZDlmZTU3MTZhZDk4OTk1Yzk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WPS 演示</Application>
  <PresentationFormat>宽屏</PresentationFormat>
  <Paragraphs>20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</vt:lpstr>
      <vt:lpstr>Microsoft YaHei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劉中華</dc:creator>
  <cp:lastModifiedBy>G1656159</cp:lastModifiedBy>
  <cp:revision>3</cp:revision>
  <dcterms:created xsi:type="dcterms:W3CDTF">2026-03-16T02:52:00Z</dcterms:created>
  <dcterms:modified xsi:type="dcterms:W3CDTF">2026-03-16T03:37:10Z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F69183A177A44B82831F09A3B1329630_12</vt:lpwstr>
  </property>
  <property fmtid="{D5CDD505-2E9C-101B-9397-08002B2CF9AE}" pid="3" name="KSOProductBuildVer">
    <vt:lpwstr>2052-12.1.0.15358</vt:lpwstr>
  </property>
</Properties>
</file>